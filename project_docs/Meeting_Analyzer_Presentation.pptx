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Meeting Analyzer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AI-powered meeting notes analyzer</a:t>
            </a:r>
          </a:p>
          <a:p>
            <a:pPr>
              <a:defRPr sz="2000"/>
            </a:pPr>
            <a:r>
              <a:t>Summaries - decisions - action items - follow-up emails - chat - audio</a:t>
            </a:r>
          </a:p>
          <a:p>
            <a:pPr>
              <a:defRPr sz="2000"/>
            </a:pPr>
            <a:r>
              <a:t>100% local: Flask + SQLite + Ollama (qwen2.5:3b) + Whisper</a:t>
            </a:r>
          </a:p>
          <a:p>
            <a:pPr>
              <a:defRPr sz="2000"/>
            </a:pPr>
            <a:r>
              <a:t>Your Name - Your Course / College</a:t>
            </a:r>
          </a:p>
          <a:p>
            <a:pPr>
              <a:defRPr sz="2000"/>
            </a:pPr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Meeting notes are long, messy and rarely re-read</a:t>
            </a:r>
          </a:p>
          <a:p>
            <a:pPr>
              <a:defRPr sz="2000"/>
            </a:pPr>
            <a:r>
              <a:t>Tasks get lost because owners and deadlines are not written down</a:t>
            </a:r>
          </a:p>
          <a:p>
            <a:pPr>
              <a:defRPr sz="2000"/>
            </a:pPr>
            <a:r>
              <a:t>Writing the summary and the follow-up email takes extra time</a:t>
            </a:r>
          </a:p>
          <a:p>
            <a:pPr>
              <a:defRPr sz="2000"/>
            </a:pPr>
            <a:r>
              <a:t>Cloud AI tools are paid, and company notes should not leave the machine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Paste notes OR upload .txt / .pdf / .docx OR upload a recording (.mp3/.wav/...)</a:t>
            </a:r>
          </a:p>
          <a:p>
            <a:pPr>
              <a:defRPr sz="2000"/>
            </a:pPr>
            <a:r>
              <a:t>One click produces: title, summary, key points, decisions,</a:t>
            </a:r>
          </a:p>
          <a:p>
            <a:pPr>
              <a:defRPr sz="2000"/>
            </a:pPr>
            <a:r>
              <a:t>action items (task + owner + deadline + status) and an e-mail draft</a:t>
            </a:r>
          </a:p>
          <a:p>
            <a:pPr>
              <a:defRPr sz="2000"/>
            </a:pPr>
            <a:r>
              <a:t>Everything runs on your own computer - no API key, no cloud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Upload / paste  -&gt;  file_extractor.py reads TXT, PDF, DOCX</a:t>
            </a:r>
          </a:p>
          <a:p>
            <a:pPr>
              <a:defRPr sz="2000"/>
            </a:pPr>
            <a:r>
              <a:t>2. ai_service.py sends the text to the local Ollama server (/api/chat)</a:t>
            </a:r>
          </a:p>
          <a:p>
            <a:pPr>
              <a:defRPr sz="2000"/>
            </a:pPr>
            <a:r>
              <a:t>3. Strict JSON validation - broken answers never crash the app</a:t>
            </a:r>
          </a:p>
          <a:p>
            <a:pPr>
              <a:defRPr sz="2000"/>
            </a:pPr>
            <a:r>
              <a:t>4. database.py saves meeting + items in SQLite (placeholder SQL)</a:t>
            </a:r>
          </a:p>
          <a:p>
            <a:pPr>
              <a:defRPr sz="2000"/>
            </a:pPr>
            <a:r>
              <a:t>5. Bootstrap web pages: dashboard, meeting page, history, Ask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Backend:  Python 3.11, Flask (app factory-free, small and readable)</a:t>
            </a:r>
          </a:p>
          <a:p>
            <a:pPr>
              <a:defRPr sz="2000"/>
            </a:pPr>
            <a:r>
              <a:t>Database: SQLite (meetings, action_items, meeting_chats, app_settings)</a:t>
            </a:r>
          </a:p>
          <a:p>
            <a:pPr>
              <a:defRPr sz="2000"/>
            </a:pPr>
            <a:r>
              <a:t>Frontend: HTML + Bootstrap 5 + vanilla JavaScript (AJAX)</a:t>
            </a:r>
          </a:p>
          <a:p>
            <a:pPr>
              <a:defRPr sz="2000"/>
            </a:pPr>
            <a:r>
              <a:t>AI:       Ollama + qwen2.5:3b (3.2 GB, runs offline on CPU)</a:t>
            </a:r>
          </a:p>
          <a:p>
            <a:pPr>
              <a:defRPr sz="2000"/>
            </a:pPr>
            <a:r>
              <a:t>Audio:    faster-whisper (local speech-to-text, optional)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requests.post(OLLAMA_URL, ...) with stream=false and format=json</a:t>
            </a:r>
          </a:p>
          <a:p>
            <a:pPr>
              <a:defRPr sz="2000"/>
            </a:pPr>
            <a:r>
              <a:t>System prompt = INSTRUCTIONS in ai_service.py (rules + output schema)</a:t>
            </a:r>
          </a:p>
          <a:p>
            <a:pPr>
              <a:defRPr sz="2000"/>
            </a:pPr>
            <a:r>
              <a:t>The model must return strict JSON; markdown fences and prose are removed</a:t>
            </a:r>
          </a:p>
          <a:p>
            <a:pPr>
              <a:defRPr sz="2000"/>
            </a:pPr>
            <a:r>
              <a:t>Validation: every field checked BEFORE it is written to SQLite</a:t>
            </a:r>
          </a:p>
          <a:p>
            <a:pPr>
              <a:defRPr sz="2000"/>
            </a:pPr>
            <a:r>
              <a:t>Friendly errors for: server down, timeout, model missing, bad 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Honesty rules (the interesting part)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Owners / deadlines not in the notes -&gt; null -&gt; 'Not specified'</a:t>
            </a:r>
          </a:p>
          <a:p>
            <a:pPr>
              <a:defRPr sz="2000"/>
            </a:pPr>
            <a:r>
              <a:t>'20 Oct 2026' = absolute date;  'next Monday' = relative date</a:t>
            </a:r>
          </a:p>
          <a:p>
            <a:pPr>
              <a:defRPr sz="2000"/>
            </a:pPr>
            <a:r>
              <a:t>Relative dates are resolved only when the meeting date is known</a:t>
            </a:r>
          </a:p>
          <a:p>
            <a:pPr>
              <a:defRPr sz="2000"/>
            </a:pPr>
            <a:r>
              <a:t>'agreed...' = confirmed;  'discussed...' = suggested - never merged</a:t>
            </a:r>
          </a:p>
          <a:p>
            <a:pPr>
              <a:defRPr sz="2000"/>
            </a:pPr>
            <a:r>
              <a:t>Chat and Ask must answer ONLY from the notes, or say 'not mentioned'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AI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Chat with a meeting: 'What did Alice promise, and by when?'</a:t>
            </a:r>
          </a:p>
          <a:p>
            <a:pPr lvl="1">
              <a:defRPr sz="1800"/>
            </a:pPr>
            <a:r>
              <a:t>- conversation saved in SQLite, deleted with the meeting</a:t>
            </a:r>
          </a:p>
          <a:p>
            <a:pPr>
              <a:defRPr sz="2000"/>
            </a:pPr>
            <a:r>
              <a:t>Ask across ALL meetings: keywords pick the best 5 meetings,</a:t>
            </a:r>
          </a:p>
          <a:p>
            <a:pPr lvl="1">
              <a:defRPr sz="1800"/>
            </a:pPr>
            <a:r>
              <a:t>the answer links every meeting it used (retrieval + citation)</a:t>
            </a:r>
          </a:p>
          <a:p>
            <a:pPr>
              <a:defRPr sz="2000"/>
            </a:pPr>
            <a:r>
              <a:t>Audio: record a meeting -&gt; Whisper transcribes locally -&gt; analyze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 API key exists; nothing is sent to the cloud</a:t>
            </a:r>
          </a:p>
          <a:p>
            <a:pPr>
              <a:defRPr sz="2000"/>
            </a:pPr>
            <a:r>
              <a:t>Uploads: extension AND file signature checked, size limited, in-memory</a:t>
            </a:r>
          </a:p>
          <a:p>
            <a:pPr>
              <a:defRPr sz="2000"/>
            </a:pPr>
            <a:r>
              <a:t>SQL: only ? placeholders (no injection); ON DELETE CASCADE</a:t>
            </a:r>
          </a:p>
          <a:p>
            <a:pPr>
              <a:defRPr sz="2000"/>
            </a:pPr>
            <a:r>
              <a:t>AI output is rendered as plain text (no HTML injection)</a:t>
            </a:r>
          </a:p>
          <a:p>
            <a:pPr>
              <a:defRPr sz="2000"/>
            </a:pPr>
            <a:r>
              <a:t>.env is git-ignored; its values are never sent to the browser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selftest.py  - 120+ unit checks (mock Ollama server in 9 failure modes)</a:t>
            </a:r>
          </a:p>
          <a:p>
            <a:pPr>
              <a:defRPr sz="2000"/>
            </a:pPr>
            <a:r>
              <a:t>smoke_test.py - 60+ HTTP checks of every route with the real model</a:t>
            </a:r>
          </a:p>
          <a:p>
            <a:pPr>
              <a:defRPr sz="2000"/>
            </a:pPr>
            <a:r>
              <a:t>mock_ollama.py - run the whole app without Ollama installed</a:t>
            </a:r>
          </a:p>
          <a:p>
            <a:pPr>
              <a:defRPr sz="2000"/>
            </a:pPr>
            <a:r>
              <a:t>Real-speech test: WAV recording -&gt; transcript -&gt; analysis -&gt; chat</a:t>
            </a:r>
          </a:p>
          <a:p>
            <a:pPr>
              <a:defRPr sz="2000"/>
            </a:pPr>
            <a:r>
              <a:t>All tests green: ALL TESTS PASSED / ALL HTTP TESTS PASSED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New Meeting -&gt; upload samples\sample_meeting_minutes.docx -&gt; Analyze</a:t>
            </a:r>
          </a:p>
          <a:p>
            <a:pPr>
              <a:defRPr sz="2000"/>
            </a:pPr>
            <a:r>
              <a:t>2. Edit an action item, save, download the HTML report / CSV</a:t>
            </a:r>
          </a:p>
          <a:p>
            <a:pPr>
              <a:defRPr sz="2000"/>
            </a:pPr>
            <a:r>
              <a:t>3. Ask about this meeting: 'Who must do what, and by when?'</a:t>
            </a:r>
          </a:p>
          <a:p>
            <a:pPr>
              <a:defRPr sz="2000"/>
            </a:pPr>
            <a:r>
              <a:t>4. Ask page: 'What deadlines do we have?' - answer cites meetings</a:t>
            </a:r>
          </a:p>
          <a:p>
            <a:pPr>
              <a:defRPr sz="2000"/>
            </a:pPr>
            <a:r>
              <a:t>5. New Meeting -&gt; upload samples\sample_meeting_audio.wav -&gt; Transcribe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User accounts (Flask-Login) - one workspace per person</a:t>
            </a:r>
          </a:p>
          <a:p>
            <a:pPr>
              <a:defRPr sz="2000"/>
            </a:pPr>
            <a:r>
              <a:t>Deadline calendar (.ics export) and overdue notifications</a:t>
            </a:r>
          </a:p>
          <a:p>
            <a:pPr>
              <a:defRPr sz="2000"/>
            </a:pPr>
            <a:r>
              <a:t>PDF export of the report; SMTP send button (always opt-in)</a:t>
            </a:r>
          </a:p>
          <a:p>
            <a:pPr>
              <a:defRPr sz="2000"/>
            </a:pPr>
            <a:r>
              <a:t>Stronger retrieval (embeddings) for the Ask page</a:t>
            </a:r>
          </a:p>
          <a:p>
            <a:pPr>
              <a:defRPr sz="2000"/>
            </a:pPr>
            <a:r>
              <a:t>Streaming answers while the model writes them</a:t>
            </a:r>
          </a:p>
          <a:p>
            <a:pPr>
              <a:defRPr sz="2000"/>
            </a:pPr>
            <a:r>
              <a:t>Thank you -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